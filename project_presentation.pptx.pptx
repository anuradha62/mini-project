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58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574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237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087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766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579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498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993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314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71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982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4313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28299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8302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461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3208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3656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296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5325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t>CGPA Calculator Using Python Django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/>
              <a:t>Mini Project Presentation</a:t>
            </a:r>
          </a:p>
          <a:p>
            <a:r>
              <a:rPr dirty="0"/>
              <a:t>Submitted by: </a:t>
            </a:r>
            <a:r>
              <a:rPr lang="en-US" dirty="0"/>
              <a:t>S.Anuradha</a:t>
            </a:r>
          </a:p>
          <a:p>
            <a:r>
              <a:rPr lang="en-US" dirty="0"/>
              <a:t>Roll Number: 23AK1A0411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CGPA Calculator is a web application developed using Python Django. It helps students calculate CGPA quickly by entering subject credits and grades.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CGPA calculation can be time-consuming and prone to errors. This project automates the process and provides accurate results instantly.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Calculate CGPA automatically</a:t>
            </a:r>
          </a:p>
          <a:p>
            <a:r>
              <a:t>• Reduce calculation errors</a:t>
            </a:r>
          </a:p>
          <a:p>
            <a:r>
              <a:t>• Provide a simple user interface</a:t>
            </a:r>
          </a:p>
          <a:p>
            <a:r>
              <a:t>• Learn Django web development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r>
              <a:t>Django Framework</a:t>
            </a:r>
          </a:p>
          <a:p>
            <a:r>
              <a:t>HTML</a:t>
            </a:r>
          </a:p>
          <a:p>
            <a:r>
              <a:t>CSS</a:t>
            </a:r>
          </a:p>
          <a:p>
            <a:r>
              <a:t>VS Code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→ Web Form → Django Views → CGPA Calculation → Result Page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Home Page</a:t>
            </a:r>
          </a:p>
          <a:p>
            <a:r>
              <a:t>2. Input Form</a:t>
            </a:r>
          </a:p>
          <a:p>
            <a:r>
              <a:t>3. CGPA Calculation Logic</a:t>
            </a:r>
          </a:p>
          <a:p>
            <a:r>
              <a:t>4. Result Display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user enters credits and grades. Django processes the input, calculates CGPA using the formula, and displays the result.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and Output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5E4031-F5D5-A06E-D842-93E35A93E0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6060" y="2097088"/>
            <a:ext cx="4020587" cy="25262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63A7CB-AAEB-D115-0CB5-2DD856D95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637" y="2097087"/>
            <a:ext cx="3769057" cy="25262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CGPA Calculator was successfully implemented using Django. The application provides a simple and accurate method for calculating CGPA.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5</TotalTime>
  <Words>179</Words>
  <Application>Microsoft Office PowerPoint</Application>
  <PresentationFormat>On-screen Show (4:3)</PresentationFormat>
  <Paragraphs>31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Tw Cen MT</vt:lpstr>
      <vt:lpstr>Circuit</vt:lpstr>
      <vt:lpstr>CGPA Calculator Using Python Django</vt:lpstr>
      <vt:lpstr>Introduction</vt:lpstr>
      <vt:lpstr>Problem Statement</vt:lpstr>
      <vt:lpstr>Objectives</vt:lpstr>
      <vt:lpstr>Technologies Used</vt:lpstr>
      <vt:lpstr>System Architecture</vt:lpstr>
      <vt:lpstr>Project Modules</vt:lpstr>
      <vt:lpstr>Implementation</vt:lpstr>
      <vt:lpstr>Results and Output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ashoksayavarapu</dc:creator>
  <cp:keywords/>
  <dc:description>generated using python-pptx</dc:description>
  <cp:lastModifiedBy>S Anuradha</cp:lastModifiedBy>
  <cp:revision>2</cp:revision>
  <dcterms:created xsi:type="dcterms:W3CDTF">2013-01-27T09:14:16Z</dcterms:created>
  <dcterms:modified xsi:type="dcterms:W3CDTF">2026-06-16T08:13:05Z</dcterms:modified>
  <cp:category/>
</cp:coreProperties>
</file>